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B9BC68-2A0B-431A-E16E-5D8ADA525FA0}" v="6" dt="2026-01-22T18:41:30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094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24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32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3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16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83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3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94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85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1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412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22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/>
              <a:t>The positive impacts of AI in the food industry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DA0437C-8DEC-B6E7-582C-6A919A3DA9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231" b="1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09B21-38DE-CFE1-6DAE-BBE1CC3AB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Food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3F1FA-1AAA-41DD-3CDE-42C40CCF8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According to a study done by </a:t>
            </a:r>
            <a:r>
              <a:rPr lang="en-US" dirty="0">
                <a:ea typeface="+mn-lt"/>
                <a:cs typeface="+mn-lt"/>
              </a:rPr>
              <a:t>School of Food Science and Engineering, South China University of Technology, AI implementation has reduced the error margin by 10-20% but also improved efficiency by assessing food quality in minutes. </a:t>
            </a:r>
          </a:p>
        </p:txBody>
      </p:sp>
    </p:spTree>
    <p:extLst>
      <p:ext uri="{BB962C8B-B14F-4D97-AF65-F5344CB8AC3E}">
        <p14:creationId xmlns:p14="http://schemas.microsoft.com/office/powerpoint/2010/main" val="397900019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B4D8-409B-FC7F-4FD0-9C7EC461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Food </a:t>
            </a:r>
            <a:r>
              <a:rPr lang="en-US"/>
              <a:t>preparation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EE8F-C3F8-0775-FF83-64C24C9D8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8066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DashVTI</vt:lpstr>
      <vt:lpstr>The positive impacts of AI in the food industry</vt:lpstr>
      <vt:lpstr>Food quality</vt:lpstr>
      <vt:lpstr>Food preparation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</cp:revision>
  <dcterms:created xsi:type="dcterms:W3CDTF">2025-11-04T13:57:09Z</dcterms:created>
  <dcterms:modified xsi:type="dcterms:W3CDTF">2026-01-22T18:53:51Z</dcterms:modified>
</cp:coreProperties>
</file>